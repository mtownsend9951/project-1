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fbf36cda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fbf36cda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fbf36cd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fbf36cd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efbf36cd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efbf36cd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fbf36cda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efbf36cda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fbf36cd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efbf36cd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8156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5396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5125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743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26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3550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9124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3046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9267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8807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6744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908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32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Salary Analysis 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Townsend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 b="1"/>
              <a:t>Objective</a:t>
            </a:r>
            <a:endParaRPr sz="2620"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Analyze factors that impact salaries.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Focus on experience, location, and job role.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Identify trends in the data science job market.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by Experience Level 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572000" y="1877375"/>
            <a:ext cx="4260300" cy="29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Executive level earns the most.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Senior level follows.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Entry level earns the least.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8" name="Google Shape;68;p15" title="experience_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1325"/>
            <a:ext cx="4383875" cy="33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 vs Non-US Salaries 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4572000" y="1727100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 salaries are significantly higher.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Wider salary range in the US.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Location plays a major role.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5" name="Google Shape;75;p16" title="us_vs_non_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67199" cy="323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by Job Title 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4572000" y="15426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8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Senior and leadership roles earn the most.</a:t>
            </a:r>
            <a:endParaRPr/>
          </a:p>
          <a:p>
            <a:pPr marL="457200" lvl="0" indent="-334328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Machine learning roles are highly paid.</a:t>
            </a:r>
            <a:endParaRPr/>
          </a:p>
          <a:p>
            <a:pPr marL="457200" lvl="0" indent="-334328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Analysts earn less than specialized roles.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2" name="Google Shape;82;p17" title="job_title_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500" y="1479350"/>
            <a:ext cx="4267201" cy="29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Experience significantly increases salary.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US-based roles offer higher pay.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Specialized roles lead to higher compensation.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121</Words>
  <Application>Microsoft Office PowerPoint</Application>
  <PresentationFormat>On-screen Show (16:9)</PresentationFormat>
  <Paragraphs>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Data Science Salary Analysis </vt:lpstr>
      <vt:lpstr>Objective</vt:lpstr>
      <vt:lpstr>Salary by Experience Level </vt:lpstr>
      <vt:lpstr>US vs Non-US Salaries </vt:lpstr>
      <vt:lpstr>Salary by Job Title </vt:lpstr>
      <vt:lpstr>Recommendations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 Townsend</dc:creator>
  <cp:lastModifiedBy>Matthew Townsend</cp:lastModifiedBy>
  <cp:revision>1</cp:revision>
  <dcterms:modified xsi:type="dcterms:W3CDTF">2026-05-07T01:07:20Z</dcterms:modified>
</cp:coreProperties>
</file>